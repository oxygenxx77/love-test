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直播带货达人运营特征分析与决策优化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基于2025年直播带货达人榜年榜数据</a:t>
            </a:r>
          </a:p>
          <a:p>
            <a:r>
              <a:t>第X组</a:t>
            </a:r>
          </a:p>
          <a:p>
            <a:r>
              <a:t>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/>
            </a:pPr>
            <a:r>
              <a:t>目录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一、研究背景与数据说明</a:t>
            </a:r>
          </a:p>
          <a:p>
            <a:pPr>
              <a:defRPr sz="1800"/>
            </a:pPr>
            <a:r>
              <a:t>二、分析框架与问题提出</a:t>
            </a:r>
          </a:p>
          <a:p>
            <a:pPr>
              <a:defRPr sz="1800"/>
            </a:pPr>
            <a:r>
              <a:t>三、核心洞察：行业与地域分布</a:t>
            </a:r>
          </a:p>
          <a:p>
            <a:pPr>
              <a:defRPr sz="1800"/>
            </a:pPr>
            <a:r>
              <a:t>四、核心洞察：粉丝转化与价格带策略</a:t>
            </a:r>
          </a:p>
          <a:p>
            <a:pPr>
              <a:defRPr sz="1800"/>
            </a:pPr>
            <a:r>
              <a:t>五、综合结论与优化建议</a:t>
            </a:r>
          </a:p>
          <a:p>
            <a:pPr>
              <a:defRPr sz="1800"/>
            </a:pPr>
            <a:r>
              <a:t>六、小组分工与总结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/>
            </a:pPr>
            <a:r>
              <a:t>研究背景与数据说明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直播电商高速发展，达人是核心资产</a:t>
            </a:r>
          </a:p>
          <a:p>
            <a:pPr>
              <a:defRPr sz="1800"/>
            </a:pPr>
            <a:r>
              <a:t>• 数据来源：2025年直播带货达人榜年榜</a:t>
            </a:r>
          </a:p>
          <a:p>
            <a:pPr>
              <a:defRPr sz="1800"/>
            </a:pPr>
            <a:r>
              <a:t>• 数据处理：提取行业大类、省份信息，数值化粉丝数与场均观看人次</a:t>
            </a:r>
          </a:p>
          <a:p>
            <a:pPr>
              <a:defRPr sz="1800"/>
            </a:pPr>
            <a:r>
              <a:t>• 分析逻辑：资源分布 → 流量表现 → 商品策略 → 优化建议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/>
            </a:pPr>
            <a:r>
              <a:t>四大核心分析问题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1️⃣ 行业赛道布局：不同行业头部达人分布存在明显差异？</a:t>
            </a:r>
          </a:p>
          <a:p>
            <a:pPr>
              <a:defRPr sz="1800"/>
            </a:pPr>
            <a:r>
              <a:t>2️⃣ 地域资源集聚：达人资源是否集中在特定省份？</a:t>
            </a:r>
          </a:p>
          <a:p>
            <a:pPr>
              <a:defRPr sz="1800"/>
            </a:pPr>
            <a:r>
              <a:t>3️⃣ 粉丝→观看转化：粉丝规模能否有效转化为直播流量？</a:t>
            </a:r>
          </a:p>
          <a:p>
            <a:pPr>
              <a:defRPr sz="1800"/>
            </a:pPr>
            <a:r>
              <a:t>4️⃣ 价格带与销量：不同售价区间下的销量等级有何差异？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/>
            </a:pPr>
            <a:r>
              <a:t>问题一：不同行业头部达人分布差异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【分析目标】识别头部达人集中的行业赛道</a:t>
            </a:r>
          </a:p>
          <a:p>
            <a:pPr>
              <a:defRPr sz="1800"/>
            </a:pPr>
            <a:r>
              <a:t>【可视化图表】横向柱状图（Top10行业）</a:t>
            </a:r>
          </a:p>
          <a:p>
            <a:pPr>
              <a:defRPr sz="1800"/>
            </a:pPr>
            <a:r>
              <a:t>【核心结论】时尚行业达人数量（1230人）远超其他行业，科技（227人）次之</a:t>
            </a:r>
          </a:p>
          <a:p>
            <a:pPr>
              <a:defRPr sz="1800"/>
            </a:pPr>
            <a:r>
              <a:t>【管理建议】</a:t>
            </a:r>
          </a:p>
          <a:p>
            <a:pPr lvl="1">
              <a:defRPr sz="1800"/>
            </a:pPr>
            <a:r>
              <a:t>   • 平台：巩固时尚优势，扶持生活家居、母婴等垂直赛道</a:t>
            </a:r>
          </a:p>
          <a:p>
            <a:pPr lvl="1">
              <a:defRPr sz="1800"/>
            </a:pPr>
            <a:r>
              <a:t>   • 商家：成熟赛道选头部，垂直赛道做差异化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/>
            </a:pPr>
            <a:r>
              <a:t>问题二：达人资源地域集聚现象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【分析目标】判断达人资源的区域集中特征</a:t>
            </a:r>
          </a:p>
          <a:p>
            <a:pPr>
              <a:defRPr sz="1800"/>
            </a:pPr>
            <a:r>
              <a:t>【可视化图表】横向柱状图（Top10省份）</a:t>
            </a:r>
          </a:p>
          <a:p>
            <a:pPr>
              <a:defRPr sz="1800"/>
            </a:pPr>
            <a:r>
              <a:t>【核心结论】浙江（596人）和广东（511人）是双中心</a:t>
            </a:r>
          </a:p>
          <a:p>
            <a:pPr>
              <a:defRPr sz="1800"/>
            </a:pPr>
            <a:r>
              <a:t>【管理建议】</a:t>
            </a:r>
          </a:p>
          <a:p>
            <a:pPr lvl="1">
              <a:defRPr sz="1800"/>
            </a:pPr>
            <a:r>
              <a:t>   • 企业优先对接浙、粤、沪、苏等地达人</a:t>
            </a:r>
          </a:p>
          <a:p>
            <a:pPr lvl="1">
              <a:defRPr sz="1800"/>
            </a:pPr>
            <a:r>
              <a:t>   • 平台在优势地区巩固集群，同时扶持中西部潜力达人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/>
            </a:pPr>
            <a:r>
              <a:t>问题三：粉丝规模与观看表现的关系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【分析目标】判断粉丝数是否适合作为达人选择的核心指标</a:t>
            </a:r>
          </a:p>
          <a:p>
            <a:pPr>
              <a:defRPr sz="1800"/>
            </a:pPr>
            <a:r>
              <a:t>【可视化图表】散点图 + 趋势线</a:t>
            </a:r>
          </a:p>
          <a:p>
            <a:pPr>
              <a:defRPr sz="1800"/>
            </a:pPr>
            <a:r>
              <a:t>【核心结论】粉丝数与观看人次正相关，但分布分散，存在“高粉低观”与“低粉高观”</a:t>
            </a:r>
          </a:p>
          <a:p>
            <a:pPr>
              <a:defRPr sz="1800"/>
            </a:pPr>
            <a:r>
              <a:t>【管理建议】</a:t>
            </a:r>
          </a:p>
          <a:p>
            <a:pPr lvl="1">
              <a:defRPr sz="1800"/>
            </a:pPr>
            <a:r>
              <a:t>   • 商家：转向综合价值导向（场均观看、人气峰值、匹配度）</a:t>
            </a:r>
          </a:p>
          <a:p>
            <a:pPr lvl="1">
              <a:defRPr sz="1800"/>
            </a:pPr>
            <a:r>
              <a:t>   • 平台：建立多元评价模型，扶持低粉高观型潜力达人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/>
            </a:pPr>
            <a:r>
              <a:t>问题四：不同价格带下的销量表现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【分析目标】分析价格带与销量的关系，指导选品定价</a:t>
            </a:r>
          </a:p>
          <a:p>
            <a:pPr>
              <a:defRPr sz="1800"/>
            </a:pPr>
            <a:r>
              <a:t>【可视化图表】热力图（X轴：均价区间，Y轴：销量等级）</a:t>
            </a:r>
          </a:p>
          <a:p>
            <a:pPr>
              <a:defRPr sz="1800"/>
            </a:pPr>
            <a:r>
              <a:t>【核心结论】低价商品（0-250元）在高销量等级中表现突出</a:t>
            </a:r>
          </a:p>
          <a:p>
            <a:pPr>
              <a:defRPr sz="1800"/>
            </a:pPr>
            <a:r>
              <a:t>【管理建议】</a:t>
            </a:r>
          </a:p>
          <a:p>
            <a:pPr lvl="1">
              <a:defRPr sz="1800"/>
            </a:pPr>
            <a:r>
              <a:t>   • 货盘设计：低价引流 + 中价转化 + 高价利润</a:t>
            </a:r>
          </a:p>
          <a:p>
            <a:pPr lvl="1">
              <a:defRPr sz="1800"/>
            </a:pPr>
            <a:r>
              <a:t>   • 运营策略：低价品冲量，高价品依赖专业讲解与品牌背书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/>
            </a:pPr>
            <a:r>
              <a:t>综合结论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行业集中：时尚行业达人数量远超其他行业</a:t>
            </a:r>
          </a:p>
          <a:p>
            <a:pPr>
              <a:defRPr sz="1800"/>
            </a:pPr>
            <a:r>
              <a:t>2. 地域集聚：浙江、广东是头部达人核心集中地</a:t>
            </a:r>
          </a:p>
          <a:p>
            <a:pPr>
              <a:defRPr sz="1800"/>
            </a:pPr>
            <a:r>
              <a:t>3. 粉丝≠观看：粉丝数不能完全代表直播流量表现</a:t>
            </a:r>
          </a:p>
          <a:p>
            <a:pPr>
              <a:defRPr sz="1800"/>
            </a:pPr>
            <a:r>
              <a:t>4. 价格分化：低价商品更容易形成高销量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/>
            </a:pPr>
            <a:r>
              <a:t>决策支持与优化建议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【平台侧】</a:t>
            </a:r>
          </a:p>
          <a:p>
            <a:pPr lvl="1">
              <a:defRPr sz="1800"/>
            </a:pPr>
            <a:r>
              <a:t>   • 丰富生态：扶持垂直赛道，降低单一行业依赖</a:t>
            </a:r>
          </a:p>
          <a:p>
            <a:pPr lvl="1">
              <a:defRPr sz="1800"/>
            </a:pPr>
            <a:r>
              <a:t>   • 算法引导：引入场均观看、转化效率等综合指标</a:t>
            </a:r>
          </a:p>
          <a:p>
            <a:pPr>
              <a:defRPr sz="1800"/>
            </a:pPr>
            <a:r>
              <a:t>【商家侧】</a:t>
            </a:r>
          </a:p>
          <a:p>
            <a:pPr lvl="1">
              <a:defRPr sz="1800"/>
            </a:pPr>
            <a:r>
              <a:t>   • 科学选人：打破唯粉丝论，使用综合评估模型</a:t>
            </a:r>
          </a:p>
          <a:p>
            <a:pPr lvl="1">
              <a:defRPr sz="1800"/>
            </a:pPr>
            <a:r>
              <a:t>   • 科学组货：低价爆款引流 + 中高价款利润</a:t>
            </a:r>
          </a:p>
          <a:p>
            <a:pPr lvl="1">
              <a:defRPr sz="1800"/>
            </a:pPr>
            <a:r>
              <a:t>   • 供应链协同：优先在浙、粤等产业带布局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/>
            </a:pPr>
            <a:r>
              <a:t>总结与小组分工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【项目总结】</a:t>
            </a:r>
          </a:p>
          <a:p>
            <a:pPr lvl="1">
              <a:defRPr sz="1800"/>
            </a:pPr>
            <a:r>
              <a:t>   • 基于Tableau进行数据可视化挖掘，围绕四大运营痛点分析</a:t>
            </a:r>
          </a:p>
          <a:p>
            <a:pPr lvl="1">
              <a:defRPr sz="1800"/>
            </a:pPr>
            <a:r>
              <a:t>   • 实现从“数据清洗”→“业务洞察”→“决策支持”的闭环</a:t>
            </a:r>
          </a:p>
          <a:p>
            <a:pPr>
              <a:defRPr sz="1800"/>
            </a:pPr>
            <a:r>
              <a:t>【小组分工】</a:t>
            </a:r>
          </a:p>
          <a:p>
            <a:pPr lvl="1">
              <a:defRPr sz="1800"/>
            </a:pPr>
            <a:r>
              <a:t>   • 组长：统筹、行业与地域分析</a:t>
            </a:r>
          </a:p>
          <a:p>
            <a:pPr lvl="1">
              <a:defRPr sz="1800"/>
            </a:pPr>
            <a:r>
              <a:t>   • 组员A：粉丝转化分析、可视化制作</a:t>
            </a:r>
          </a:p>
          <a:p>
            <a:pPr lvl="1">
              <a:defRPr sz="1800"/>
            </a:pPr>
            <a:r>
              <a:t>   • 组员B：价格带分析、数据清洗</a:t>
            </a:r>
          </a:p>
          <a:p>
            <a:pPr lvl="1">
              <a:defRPr sz="1800"/>
            </a:pPr>
            <a:r>
              <a:t>   • 组员C：PPT整合、报告撰写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/>
            </a:pPr>
            <a:r>
              <a:t>Q&amp;A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感谢聆听！欢迎提问。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