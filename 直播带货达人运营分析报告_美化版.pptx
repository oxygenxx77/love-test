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直播带货达人运营特征分析与决策优化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基于2025年直播带货达人榜年榜数据</a:t>
            </a:r>
          </a:p>
          <a:p>
            <a:r>
              <a:t>第X组</a:t>
            </a:r>
          </a:p>
          <a:p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1. 研究背景与数据说明</a:t>
            </a:r>
          </a:p>
          <a:p>
            <a:r>
              <a:t>2. 分析框架与问题提出</a:t>
            </a:r>
          </a:p>
          <a:p>
            <a:r>
              <a:t>3. 行业与地域分布</a:t>
            </a:r>
          </a:p>
          <a:p>
            <a:r>
              <a:t>4. 粉丝转化与价格带策略</a:t>
            </a:r>
          </a:p>
          <a:p>
            <a:r>
              <a:t>5. 综合结论与优化建议</a:t>
            </a:r>
          </a:p>
          <a:p>
            <a:r>
              <a:t>6. 小组分工与总结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问题一：不同行业头部达人分布差异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【分析目标】识别头部达人集中的行业赛道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【核心结论】时尚行业达人数量（1230人）远超科技（227人）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【管理建议】平台巩固时尚优势，扶持垂直赛道；商家差异化选品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[图表1：行业分布横向柱状图 - 请插入Tableau导出的图片]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问题二：达人资源地域集聚现象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【分析目标】判断达人资源的区域集中特征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【核心结论】浙江（596人）和广东（511人）是双中心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【管理建议】优先对接浙粤达人，平台扶持中西部潜力达人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[图表2：地域分布横向柱状图 - 请插入Tableau导出的图片]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问题三：粉丝规模与观看表现的关系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【分析目标】验证粉丝数是否适合作为达人选择的核心指标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【核心结论】粉丝数与观看人次正相关但分布分散，存在高粉低观现象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【管理建议】转向综合价值导向，建立多元评价模型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[图表3：粉丝-观看散点图（带趋势线） - 请插入Tableau导出的图片]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问题四：不同价格带下的销量表现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【分析目标】分析价格带与销量的关系，指导选品定价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【核心结论】低价商品（0-250元）在高销量等级中表现突出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【管理建议】货盘设计：低价引流+中价转化+高价利润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[图表4：价格带-销量等级热力图 - 请插入Tableau导出的图片]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综合结论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1. 行业集中：时尚行业达人数量远超其他行业</a:t>
            </a:r>
          </a:p>
          <a:p>
            <a:r>
              <a:t>2. 地域集聚：浙江、广东是头部达人核心集中地</a:t>
            </a:r>
          </a:p>
          <a:p>
            <a:r>
              <a:t>3. 粉丝≠观看：粉丝数不能完全代表直播流量表现</a:t>
            </a:r>
          </a:p>
          <a:p>
            <a:r>
              <a:t>4. 价格分化：低价商品更容易形成高销量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决策支持与优化建议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【平台侧】扶持垂直赛道，算法引入综合指标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【商家侧】科学选人（综合评估），科学组货（低价引流+高价利润）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【数据化】持续使用BI工具监控关键指标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小组分工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• 组长：统筹、行业与地域分析</a:t>
            </a:r>
          </a:p>
          <a:p>
            <a:r>
              <a:t>• 组员A：粉丝转化分析、可视化制作</a:t>
            </a:r>
          </a:p>
          <a:p>
            <a:r>
              <a:t>• 组员B：价格带分析、数据清洗</a:t>
            </a:r>
          </a:p>
          <a:p>
            <a:r>
              <a:t>• 组员C：PPT整合、报告撰写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感谢聆听！欢迎提问。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